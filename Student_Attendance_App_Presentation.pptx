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FSD Student Attendance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Web-Based Attendance Management System</a:t>
            </a:r>
          </a:p>
          <a:p>
            <a:r>
              <a:t>Built using React, Firebase, Tailwind CSS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Student Attendance App simplifies attendance tracking for teachers.</a:t>
            </a:r>
          </a:p>
          <a:p>
            <a:r>
              <a:t>It allows easy student management and real-time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Simplify attendance process</a:t>
            </a:r>
          </a:p>
          <a:p>
            <a:r>
              <a:t>• Maintain accurate records</a:t>
            </a:r>
          </a:p>
          <a:p>
            <a:r>
              <a:t>• Provide real-time reports</a:t>
            </a:r>
          </a:p>
          <a:p>
            <a:r>
              <a:t>• Improve efficiency for teachers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React.js (Frontend)</a:t>
            </a:r>
          </a:p>
          <a:p>
            <a:r>
              <a:t>• Firebase (Backend)</a:t>
            </a:r>
          </a:p>
          <a:p>
            <a:r>
              <a:t>• Firestore (Database)</a:t>
            </a:r>
          </a:p>
          <a:p>
            <a:r>
              <a:t>• Tailwind CSS (Styling)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and manage students</a:t>
            </a:r>
          </a:p>
          <a:p>
            <a:r>
              <a:t>• Mark daily attendance</a:t>
            </a:r>
          </a:p>
          <a:p>
            <a:r>
              <a:t>• View attendance reports</a:t>
            </a:r>
          </a:p>
          <a:p>
            <a:r>
              <a:t>• User-friendly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UI</a:t>
            </a:r>
          </a:p>
          <a:p>
            <a:r>
              <a:t>Backend: Firebase Services</a:t>
            </a:r>
          </a:p>
          <a:p>
            <a:r>
              <a:t>Database: Firestore</a:t>
            </a:r>
          </a:p>
          <a:p>
            <a:r>
              <a:t>Hosting: Firebase Hosting / Vercel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Add students</a:t>
            </a:r>
          </a:p>
          <a:p>
            <a:r>
              <a:t>2. Mark attendance</a:t>
            </a:r>
          </a:p>
          <a:p>
            <a:r>
              <a:t>3. Store data in Firestore</a:t>
            </a:r>
          </a:p>
          <a:p>
            <a:r>
              <a:t>4. Generate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data</a:t>
            </a:r>
          </a:p>
          <a:p>
            <a:r>
              <a:t>• Easy to use</a:t>
            </a:r>
          </a:p>
          <a:p>
            <a:r>
              <a:t>• Secure data storage</a:t>
            </a:r>
          </a:p>
          <a:p>
            <a:r>
              <a:t>• Scalable application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Mobile App Integration</a:t>
            </a:r>
          </a:p>
          <a:p>
            <a:r>
              <a:t>• AI-based analytics</a:t>
            </a:r>
          </a:p>
          <a:p>
            <a:r>
              <a:t>• Attendance notifications</a:t>
            </a:r>
          </a:p>
          <a:p>
            <a:r>
              <a:t>• Role-based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Student Attendance App improves attendance management using modern web technologies.</a:t>
            </a:r>
          </a:p>
          <a:p>
            <a:r>
              <a:t>It ensures accuracy, efficiency, and real-time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